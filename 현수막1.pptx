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4" r:id="rId1"/>
  </p:sldMasterIdLst>
  <p:sldIdLst>
    <p:sldId id="256" r:id="rId2"/>
  </p:sldIdLst>
  <p:sldSz cx="46799500" cy="21599525"/>
  <p:notesSz cx="6858000" cy="9144000"/>
  <p:embeddedFontLst>
    <p:embeddedFont>
      <p:font typeface="넥슨Lv2고딕 OTF" panose="00000500000000000000" pitchFamily="50" charset="-127"/>
      <p:regular r:id="rId3"/>
    </p:embeddedFont>
    <p:embeddedFont>
      <p:font typeface="넥슨Lv2고딕 OTF Bold" panose="00000800000000000000" pitchFamily="50" charset="-127"/>
      <p:bold r:id="rId4"/>
    </p:embeddedFont>
    <p:embeddedFont>
      <p:font typeface="넥슨Lv2고딕 OTF Light" panose="00000300000000000000" pitchFamily="50" charset="-127"/>
      <p:regular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4" userDrawn="1">
          <p15:clr>
            <a:srgbClr val="A4A3A4"/>
          </p15:clr>
        </p15:guide>
        <p15:guide id="2" pos="147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 showGuides="1">
      <p:cViewPr varScale="1">
        <p:scale>
          <a:sx n="32" d="100"/>
          <a:sy n="32" d="100"/>
        </p:scale>
        <p:origin x="234" y="348"/>
      </p:cViewPr>
      <p:guideLst>
        <p:guide orient="horz" pos="6804"/>
        <p:guide pos="147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9938" y="3534924"/>
            <a:ext cx="35099625" cy="7519835"/>
          </a:xfrm>
        </p:spPr>
        <p:txBody>
          <a:bodyPr anchor="b"/>
          <a:lstStyle>
            <a:lvl1pPr algn="ctr">
              <a:defRPr sz="1889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38" y="11344752"/>
            <a:ext cx="35099625" cy="521488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39951" indent="0" algn="ctr">
              <a:buNone/>
              <a:defRPr sz="6299"/>
            </a:lvl2pPr>
            <a:lvl3pPr marL="2879903" indent="0" algn="ctr">
              <a:buNone/>
              <a:defRPr sz="5669"/>
            </a:lvl3pPr>
            <a:lvl4pPr marL="4319854" indent="0" algn="ctr">
              <a:buNone/>
              <a:defRPr sz="5039"/>
            </a:lvl4pPr>
            <a:lvl5pPr marL="5759806" indent="0" algn="ctr">
              <a:buNone/>
              <a:defRPr sz="5039"/>
            </a:lvl5pPr>
            <a:lvl6pPr marL="7199757" indent="0" algn="ctr">
              <a:buNone/>
              <a:defRPr sz="5039"/>
            </a:lvl6pPr>
            <a:lvl7pPr marL="8639708" indent="0" algn="ctr">
              <a:buNone/>
              <a:defRPr sz="5039"/>
            </a:lvl7pPr>
            <a:lvl8pPr marL="10079660" indent="0" algn="ctr">
              <a:buNone/>
              <a:defRPr sz="5039"/>
            </a:lvl8pPr>
            <a:lvl9pPr marL="11519611" indent="0" algn="ctr">
              <a:buNone/>
              <a:defRPr sz="5039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2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33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1" y="5384885"/>
            <a:ext cx="40364569" cy="8984801"/>
          </a:xfrm>
        </p:spPr>
        <p:txBody>
          <a:bodyPr anchor="b"/>
          <a:lstStyle>
            <a:lvl1pPr>
              <a:defRPr sz="1889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1" y="14454685"/>
            <a:ext cx="40364569" cy="4724895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1pPr>
            <a:lvl2pPr marL="143995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7990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19854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4pPr>
            <a:lvl5pPr marL="5759806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5pPr>
            <a:lvl6pPr marL="7199757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6pPr>
            <a:lvl7pPr marL="8639708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7pPr>
            <a:lvl8pPr marL="10079660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8pPr>
            <a:lvl9pPr marL="11519611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67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5" y="5749874"/>
            <a:ext cx="19889788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47" y="5749874"/>
            <a:ext cx="19889788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03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1" y="1149976"/>
            <a:ext cx="40364569" cy="417491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63" y="5294885"/>
            <a:ext cx="19798380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63" y="7889827"/>
            <a:ext cx="19798380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47" y="5294885"/>
            <a:ext cx="19895883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47" y="7889827"/>
            <a:ext cx="19895883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69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489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3" y="1439968"/>
            <a:ext cx="15094056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3" y="3109933"/>
            <a:ext cx="23692247" cy="15349662"/>
          </a:xfrm>
        </p:spPr>
        <p:txBody>
          <a:bodyPr/>
          <a:lstStyle>
            <a:lvl1pPr>
              <a:defRPr sz="10078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3" y="6479857"/>
            <a:ext cx="15094056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64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3" y="1439968"/>
            <a:ext cx="15094056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3" y="3109933"/>
            <a:ext cx="23692247" cy="15349662"/>
          </a:xfrm>
        </p:spPr>
        <p:txBody>
          <a:bodyPr anchor="t"/>
          <a:lstStyle>
            <a:lvl1pPr marL="0" indent="0">
              <a:buNone/>
              <a:defRPr sz="10078"/>
            </a:lvl1pPr>
            <a:lvl2pPr marL="1439951" indent="0">
              <a:buNone/>
              <a:defRPr sz="8819"/>
            </a:lvl2pPr>
            <a:lvl3pPr marL="2879903" indent="0">
              <a:buNone/>
              <a:defRPr sz="7559"/>
            </a:lvl3pPr>
            <a:lvl4pPr marL="4319854" indent="0">
              <a:buNone/>
              <a:defRPr sz="6299"/>
            </a:lvl4pPr>
            <a:lvl5pPr marL="5759806" indent="0">
              <a:buNone/>
              <a:defRPr sz="6299"/>
            </a:lvl5pPr>
            <a:lvl6pPr marL="7199757" indent="0">
              <a:buNone/>
              <a:defRPr sz="6299"/>
            </a:lvl6pPr>
            <a:lvl7pPr marL="8639708" indent="0">
              <a:buNone/>
              <a:defRPr sz="6299"/>
            </a:lvl7pPr>
            <a:lvl8pPr marL="10079660" indent="0">
              <a:buNone/>
              <a:defRPr sz="6299"/>
            </a:lvl8pPr>
            <a:lvl9pPr marL="11519611" indent="0">
              <a:buNone/>
              <a:defRPr sz="629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3" y="6479857"/>
            <a:ext cx="15094056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55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34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892" y="1149975"/>
            <a:ext cx="10091142" cy="183045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66" y="1149975"/>
            <a:ext cx="29688433" cy="18304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01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66" y="1149976"/>
            <a:ext cx="40364569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66" y="5749874"/>
            <a:ext cx="40364569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5" y="20019561"/>
            <a:ext cx="10529888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07526-00F0-4D50-A61D-F5CB4B82EB7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35" y="20019561"/>
            <a:ext cx="1579483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47" y="20019561"/>
            <a:ext cx="10529888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197C6-EA60-488F-87E7-449350B233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27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879903" rtl="0" eaLnBrk="1" latinLnBrk="1" hangingPunct="1">
        <a:lnSpc>
          <a:spcPct val="90000"/>
        </a:lnSpc>
        <a:spcBef>
          <a:spcPct val="0"/>
        </a:spcBef>
        <a:buNone/>
        <a:defRPr sz="138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9976" indent="-719976" algn="l" defTabSz="2879903" rtl="0" eaLnBrk="1" latinLnBrk="1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59927" indent="-719976" algn="l" defTabSz="2879903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599879" indent="-719976" algn="l" defTabSz="2879903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39830" indent="-719976" algn="l" defTabSz="2879903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79781" indent="-719976" algn="l" defTabSz="2879903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19733" indent="-719976" algn="l" defTabSz="2879903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59684" indent="-719976" algn="l" defTabSz="2879903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799636" indent="-719976" algn="l" defTabSz="2879903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39587" indent="-719976" algn="l" defTabSz="2879903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39951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79903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19854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59806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199757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39708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79660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19611" algn="l" defTabSz="2879903" rtl="0" eaLnBrk="1" latinLnBrk="1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90327D-34A5-490C-02E0-B53E5F09126B}"/>
              </a:ext>
            </a:extLst>
          </p:cNvPr>
          <p:cNvSpPr txBox="1"/>
          <p:nvPr/>
        </p:nvSpPr>
        <p:spPr>
          <a:xfrm>
            <a:off x="0" y="5410112"/>
            <a:ext cx="467995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0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앱 설치 없이 </a:t>
            </a:r>
            <a:r>
              <a:rPr lang="ko-KR" altLang="en-US" sz="12000" dirty="0">
                <a:solidFill>
                  <a:srgbClr val="0070C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문자로 끝내는</a:t>
            </a:r>
            <a:r>
              <a:rPr lang="ko-KR" altLang="en-US" sz="12000" dirty="0">
                <a:solidFill>
                  <a:srgbClr val="7030A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 </a:t>
            </a:r>
            <a:r>
              <a:rPr lang="ko-KR" altLang="en-US" sz="12000" dirty="0">
                <a:solidFill>
                  <a:srgbClr val="FF000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합법적인</a:t>
            </a:r>
            <a:r>
              <a:rPr lang="ko-KR" altLang="en-US" sz="12000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 수신기 원격제어</a:t>
            </a:r>
            <a:endParaRPr lang="ko-KR" altLang="en-US" sz="12000" dirty="0">
              <a:latin typeface="넥슨Lv2고딕 OTF Light" panose="00000300000000000000" pitchFamily="50" charset="-127"/>
              <a:ea typeface="넥슨Lv2고딕 OTF Light" panose="000003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9C3D17B-3DB0-5947-6EB4-63661CB72581}"/>
              </a:ext>
            </a:extLst>
          </p:cNvPr>
          <p:cNvSpPr/>
          <p:nvPr/>
        </p:nvSpPr>
        <p:spPr>
          <a:xfrm>
            <a:off x="20095591" y="7714187"/>
            <a:ext cx="6478278" cy="1226354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998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E1685-7153-2E2F-CC63-EF0A23CECDD3}"/>
              </a:ext>
            </a:extLst>
          </p:cNvPr>
          <p:cNvSpPr txBox="1"/>
          <p:nvPr/>
        </p:nvSpPr>
        <p:spPr>
          <a:xfrm>
            <a:off x="0" y="7750390"/>
            <a:ext cx="467995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비화재보 스트레스</a:t>
            </a:r>
            <a:r>
              <a:rPr lang="en-US" altLang="ko-KR" sz="7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, </a:t>
            </a:r>
            <a:r>
              <a:rPr lang="ko-KR" altLang="en-US" sz="7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이제  </a:t>
            </a:r>
            <a:r>
              <a:rPr lang="en-US" altLang="ko-KR" sz="7000" dirty="0">
                <a:solidFill>
                  <a:schemeClr val="bg1"/>
                </a:solidFill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SEB </a:t>
            </a:r>
            <a:r>
              <a:rPr lang="ko-KR" altLang="en-US" sz="7000" dirty="0">
                <a:solidFill>
                  <a:schemeClr val="bg1"/>
                </a:solidFill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루프 피드백  </a:t>
            </a:r>
            <a:r>
              <a:rPr lang="ko-KR" altLang="en-US" sz="7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으로 해결할 수 있습니다</a:t>
            </a:r>
            <a:r>
              <a:rPr lang="en-US" altLang="ko-KR" sz="7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!</a:t>
            </a:r>
            <a:endParaRPr lang="ko-KR" altLang="en-US" sz="7000" b="1" dirty="0">
              <a:solidFill>
                <a:schemeClr val="tx1">
                  <a:lumMod val="75000"/>
                  <a:lumOff val="25000"/>
                </a:schemeClr>
              </a:solidFill>
              <a:latin typeface="넥슨Lv2고딕 OTF" panose="00000500000000000000" pitchFamily="50" charset="-127"/>
              <a:ea typeface="넥슨Lv2고딕 OTF" panose="00000500000000000000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201160-D675-336F-0EF8-2841493B7BDF}"/>
              </a:ext>
            </a:extLst>
          </p:cNvPr>
          <p:cNvSpPr/>
          <p:nvPr/>
        </p:nvSpPr>
        <p:spPr>
          <a:xfrm>
            <a:off x="21965457" y="11613445"/>
            <a:ext cx="11873046" cy="7779458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998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DCD44A4-8290-1411-87F3-D71C385A6135}"/>
              </a:ext>
            </a:extLst>
          </p:cNvPr>
          <p:cNvSpPr/>
          <p:nvPr/>
        </p:nvSpPr>
        <p:spPr>
          <a:xfrm>
            <a:off x="34187054" y="11613442"/>
            <a:ext cx="12005196" cy="7779458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998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B1B138B-2950-5B32-9DFF-AFDF0FEDCABB}"/>
              </a:ext>
            </a:extLst>
          </p:cNvPr>
          <p:cNvSpPr/>
          <p:nvPr/>
        </p:nvSpPr>
        <p:spPr>
          <a:xfrm>
            <a:off x="26003075" y="11169803"/>
            <a:ext cx="4081950" cy="9071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880" b="1" dirty="0">
                <a:solidFill>
                  <a:schemeClr val="tx1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③ </a:t>
            </a:r>
            <a:r>
              <a:rPr lang="ko-KR" altLang="en-US" sz="5880" b="1" dirty="0">
                <a:solidFill>
                  <a:schemeClr val="tx1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원격 제어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9F0820-6209-0E86-8DA8-898051F45325}"/>
              </a:ext>
            </a:extLst>
          </p:cNvPr>
          <p:cNvSpPr/>
          <p:nvPr/>
        </p:nvSpPr>
        <p:spPr>
          <a:xfrm>
            <a:off x="38044881" y="11144770"/>
            <a:ext cx="4686684" cy="9071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880" b="1" dirty="0">
                <a:solidFill>
                  <a:schemeClr val="tx1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④ </a:t>
            </a:r>
            <a:r>
              <a:rPr lang="ko-KR" altLang="en-US" sz="5880" b="1" dirty="0">
                <a:solidFill>
                  <a:schemeClr val="tx1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루프 피드백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DC94D7-74F8-8D5D-5845-4463D2E78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" t="32110" r="79931" b="59132"/>
          <a:stretch>
            <a:fillRect/>
          </a:stretch>
        </p:blipFill>
        <p:spPr>
          <a:xfrm>
            <a:off x="1087467" y="12635029"/>
            <a:ext cx="5363930" cy="4323596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84B55430-4192-9318-50E0-E48B64621EAE}"/>
              </a:ext>
            </a:extLst>
          </p:cNvPr>
          <p:cNvSpPr/>
          <p:nvPr/>
        </p:nvSpPr>
        <p:spPr>
          <a:xfrm>
            <a:off x="7001259" y="14168478"/>
            <a:ext cx="2756613" cy="22058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SEB</a:t>
            </a:r>
          </a:p>
          <a:p>
            <a:pPr algn="ctr"/>
            <a:r>
              <a:rPr lang="ko-KR" altLang="en-US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시스템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C16EF-BF6D-0BE6-6887-518A1AFB7621}"/>
              </a:ext>
            </a:extLst>
          </p:cNvPr>
          <p:cNvSpPr txBox="1"/>
          <p:nvPr/>
        </p:nvSpPr>
        <p:spPr>
          <a:xfrm>
            <a:off x="570927" y="17353236"/>
            <a:ext cx="9781016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40" b="1" dirty="0" err="1">
                <a:solidFill>
                  <a:srgbClr val="FF000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주경종</a:t>
            </a:r>
            <a:r>
              <a:rPr lang="ko-KR" altLang="en-US" sz="5040" b="1" dirty="0">
                <a:solidFill>
                  <a:srgbClr val="FF000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 사운드 </a:t>
            </a:r>
            <a:r>
              <a:rPr lang="ko-KR" altLang="en-US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분석 및 감시</a:t>
            </a:r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!</a:t>
            </a:r>
            <a:endParaRPr lang="ko-KR" altLang="en-US" sz="5040" b="1" dirty="0"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031177D-0AF6-D45F-3155-24A32E43E7A8}"/>
              </a:ext>
            </a:extLst>
          </p:cNvPr>
          <p:cNvGrpSpPr/>
          <p:nvPr/>
        </p:nvGrpSpPr>
        <p:grpSpPr>
          <a:xfrm>
            <a:off x="11388058" y="13122107"/>
            <a:ext cx="4962429" cy="5095828"/>
            <a:chOff x="11393708" y="10331970"/>
            <a:chExt cx="5369814" cy="466589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C910710-F2A0-4FB7-A3A8-948464BC7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896" t="10614" r="27143" b="52205"/>
            <a:stretch>
              <a:fillRect/>
            </a:stretch>
          </p:blipFill>
          <p:spPr>
            <a:xfrm>
              <a:off x="11393708" y="10331970"/>
              <a:ext cx="5369814" cy="462732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A329F75-48D4-FFC8-E66F-C28AB33CE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06647" y="11919906"/>
              <a:ext cx="4011956" cy="3077955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30BB93A9-B514-88EE-E88E-C4427D28BE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522" t="24297" r="13631" b="61074"/>
          <a:stretch>
            <a:fillRect/>
          </a:stretch>
        </p:blipFill>
        <p:spPr>
          <a:xfrm>
            <a:off x="17468773" y="14849886"/>
            <a:ext cx="2343472" cy="19200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E87B6D5-0851-F243-352A-D2D2363B8131}"/>
              </a:ext>
            </a:extLst>
          </p:cNvPr>
          <p:cNvSpPr txBox="1"/>
          <p:nvPr/>
        </p:nvSpPr>
        <p:spPr>
          <a:xfrm>
            <a:off x="15713179" y="12962444"/>
            <a:ext cx="5943923" cy="1772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880" b="1" dirty="0">
                <a:solidFill>
                  <a:srgbClr val="0070C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SMS</a:t>
            </a:r>
            <a:r>
              <a:rPr lang="ko-KR" altLang="en-US" sz="5880" b="1" dirty="0">
                <a:solidFill>
                  <a:srgbClr val="0070C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 수신</a:t>
            </a:r>
            <a:endParaRPr lang="en-US" altLang="ko-KR" sz="5880" b="1" dirty="0">
              <a:solidFill>
                <a:srgbClr val="0070C0"/>
              </a:solidFill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  <a:p>
            <a:pPr algn="ctr"/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(SEB </a:t>
            </a:r>
            <a:r>
              <a:rPr lang="ko-KR" altLang="en-US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링크 클릭</a:t>
            </a:r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)</a:t>
            </a:r>
            <a:endParaRPr lang="ko-KR" altLang="en-US" sz="5040" b="1" dirty="0"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1A875E-DBE7-5254-A8F9-A4F629ED65DE}"/>
              </a:ext>
            </a:extLst>
          </p:cNvPr>
          <p:cNvSpPr txBox="1"/>
          <p:nvPr/>
        </p:nvSpPr>
        <p:spPr>
          <a:xfrm>
            <a:off x="14755016" y="16855272"/>
            <a:ext cx="752042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앱 설치 </a:t>
            </a:r>
            <a:r>
              <a:rPr lang="ko-KR" altLang="en-US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없이</a:t>
            </a:r>
            <a:endParaRPr lang="en-US" altLang="ko-KR" sz="5040" b="1" dirty="0"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  <a:p>
            <a:pPr algn="ctr"/>
            <a:r>
              <a:rPr lang="ko-KR" altLang="en-US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문자로 즉시 확인</a:t>
            </a:r>
            <a:r>
              <a:rPr lang="en-US" altLang="ko-KR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!</a:t>
            </a:r>
            <a:endParaRPr lang="ko-KR" altLang="en-US" sz="5040" b="1" dirty="0">
              <a:latin typeface="넥슨Lv2고딕 OTF" panose="00000500000000000000" pitchFamily="50" charset="-127"/>
              <a:ea typeface="넥슨Lv2고딕 OTF" panose="00000500000000000000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2E37F98-CD34-AE93-2B0C-FCA75ED6443A}"/>
              </a:ext>
            </a:extLst>
          </p:cNvPr>
          <p:cNvGrpSpPr/>
          <p:nvPr/>
        </p:nvGrpSpPr>
        <p:grpSpPr>
          <a:xfrm>
            <a:off x="22479162" y="13739875"/>
            <a:ext cx="6156208" cy="4029262"/>
            <a:chOff x="25095870" y="10426039"/>
            <a:chExt cx="6752099" cy="460654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49C540C2-EE02-BDD3-E222-2AF22E81D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2553" t="59335" r="22016" b="1184"/>
            <a:stretch>
              <a:fillRect/>
            </a:stretch>
          </p:blipFill>
          <p:spPr>
            <a:xfrm>
              <a:off x="25095870" y="10426039"/>
              <a:ext cx="6752099" cy="4606540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B3BCDDE-2198-5471-3356-87249E106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543855" y="10768687"/>
              <a:ext cx="5920108" cy="3701938"/>
            </a:xfrm>
            <a:prstGeom prst="rect">
              <a:avLst/>
            </a:prstGeom>
          </p:spPr>
        </p:pic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4374996-4B2C-081C-3B57-93DAE92C3726}"/>
              </a:ext>
            </a:extLst>
          </p:cNvPr>
          <p:cNvSpPr/>
          <p:nvPr/>
        </p:nvSpPr>
        <p:spPr>
          <a:xfrm>
            <a:off x="651511" y="11613435"/>
            <a:ext cx="9738053" cy="7779461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998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650EB85-DB4B-1638-948D-75FEFC3C539A}"/>
              </a:ext>
            </a:extLst>
          </p:cNvPr>
          <p:cNvSpPr/>
          <p:nvPr/>
        </p:nvSpPr>
        <p:spPr>
          <a:xfrm>
            <a:off x="10793765" y="11613442"/>
            <a:ext cx="10819815" cy="7779458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998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54B5CAE-B0CE-E128-6373-12DC4FB396C1}"/>
              </a:ext>
            </a:extLst>
          </p:cNvPr>
          <p:cNvSpPr/>
          <p:nvPr/>
        </p:nvSpPr>
        <p:spPr>
          <a:xfrm>
            <a:off x="3805597" y="11179324"/>
            <a:ext cx="3930766" cy="9071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880" b="1" dirty="0">
                <a:solidFill>
                  <a:schemeClr val="tx1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① </a:t>
            </a:r>
            <a:r>
              <a:rPr lang="ko-KR" altLang="en-US" sz="5880" b="1" dirty="0">
                <a:solidFill>
                  <a:schemeClr val="tx1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상황 발생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9E7774C-E6A7-5FB3-E5AF-EEFCA6A16D39}"/>
              </a:ext>
            </a:extLst>
          </p:cNvPr>
          <p:cNvSpPr/>
          <p:nvPr/>
        </p:nvSpPr>
        <p:spPr>
          <a:xfrm>
            <a:off x="13881756" y="11142787"/>
            <a:ext cx="4686684" cy="9071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880" b="1" dirty="0">
                <a:solidFill>
                  <a:schemeClr val="tx1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② </a:t>
            </a:r>
            <a:r>
              <a:rPr lang="ko-KR" altLang="en-US" sz="5880" b="1" dirty="0">
                <a:solidFill>
                  <a:schemeClr val="tx1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관리자 알림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B298CF-62B8-9116-6EC1-2B3262053B0B}"/>
              </a:ext>
            </a:extLst>
          </p:cNvPr>
          <p:cNvSpPr txBox="1"/>
          <p:nvPr/>
        </p:nvSpPr>
        <p:spPr>
          <a:xfrm>
            <a:off x="28107620" y="12962444"/>
            <a:ext cx="5943923" cy="1772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880" b="1" dirty="0">
                <a:solidFill>
                  <a:srgbClr val="0070C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원격 접속</a:t>
            </a:r>
            <a:endParaRPr lang="en-US" altLang="ko-KR" sz="5880" b="1" dirty="0">
              <a:solidFill>
                <a:srgbClr val="0070C0"/>
              </a:solidFill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  <a:p>
            <a:pPr algn="ctr"/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(</a:t>
            </a:r>
            <a:r>
              <a:rPr lang="ko-KR" altLang="en-US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현장 </a:t>
            </a:r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SEB PC)</a:t>
            </a:r>
            <a:endParaRPr lang="ko-KR" altLang="en-US" sz="5040" b="1" dirty="0"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E7E688F-B77E-5C68-6C39-1BBDDE2FD193}"/>
              </a:ext>
            </a:extLst>
          </p:cNvPr>
          <p:cNvSpPr/>
          <p:nvPr/>
        </p:nvSpPr>
        <p:spPr>
          <a:xfrm>
            <a:off x="23899929" y="13502079"/>
            <a:ext cx="3477216" cy="75591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4619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현장 </a:t>
            </a:r>
            <a:r>
              <a:rPr lang="en-US" altLang="ko-KR" sz="4619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SEB PC</a:t>
            </a:r>
            <a:endParaRPr lang="ko-KR" altLang="en-US" sz="4619" dirty="0"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2EA6981-A927-5656-B2AC-4119C5C52B41}"/>
              </a:ext>
            </a:extLst>
          </p:cNvPr>
          <p:cNvCxnSpPr>
            <a:cxnSpLocks/>
          </p:cNvCxnSpPr>
          <p:nvPr/>
        </p:nvCxnSpPr>
        <p:spPr>
          <a:xfrm>
            <a:off x="5931173" y="15259074"/>
            <a:ext cx="898814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3D89B26-D718-1207-0426-A98B97278674}"/>
              </a:ext>
            </a:extLst>
          </p:cNvPr>
          <p:cNvCxnSpPr>
            <a:cxnSpLocks/>
          </p:cNvCxnSpPr>
          <p:nvPr/>
        </p:nvCxnSpPr>
        <p:spPr>
          <a:xfrm rot="10800000">
            <a:off x="28671266" y="15570820"/>
            <a:ext cx="1814200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A62E1F2-BE28-539E-28FF-3A925C838799}"/>
              </a:ext>
            </a:extLst>
          </p:cNvPr>
          <p:cNvCxnSpPr>
            <a:cxnSpLocks/>
          </p:cNvCxnSpPr>
          <p:nvPr/>
        </p:nvCxnSpPr>
        <p:spPr>
          <a:xfrm>
            <a:off x="28820486" y="16033407"/>
            <a:ext cx="5976000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98D43B57-992A-D71D-18EC-C1A7285A52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1" t="66806" r="64262" b="18384"/>
          <a:stretch>
            <a:fillRect/>
          </a:stretch>
        </p:blipFill>
        <p:spPr>
          <a:xfrm>
            <a:off x="30537839" y="14738030"/>
            <a:ext cx="1211844" cy="20573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BC09BBF-B747-0A82-0FD3-97CA1E1AE529}"/>
              </a:ext>
            </a:extLst>
          </p:cNvPr>
          <p:cNvSpPr txBox="1"/>
          <p:nvPr/>
        </p:nvSpPr>
        <p:spPr>
          <a:xfrm>
            <a:off x="39628607" y="12962444"/>
            <a:ext cx="5943923" cy="1772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880" b="1" dirty="0">
                <a:solidFill>
                  <a:srgbClr val="FF0000"/>
                </a:solidFill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피드백 문자</a:t>
            </a:r>
            <a:endParaRPr lang="en-US" altLang="ko-KR" sz="5880" b="1" dirty="0">
              <a:solidFill>
                <a:srgbClr val="FF0000"/>
              </a:solidFill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  <a:p>
            <a:pPr algn="ctr"/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(</a:t>
            </a:r>
            <a:r>
              <a:rPr lang="ko-KR" altLang="en-US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근무자</a:t>
            </a:r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, </a:t>
            </a:r>
            <a:r>
              <a:rPr lang="ko-KR" altLang="en-US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거주자 등</a:t>
            </a:r>
            <a:r>
              <a:rPr lang="en-US" altLang="ko-KR" sz="5040" b="1" dirty="0">
                <a:latin typeface="넥슨Lv2고딕 OTF Bold" panose="00000800000000000000" pitchFamily="50" charset="-127"/>
                <a:ea typeface="넥슨Lv2고딕 OTF Bold" panose="00000800000000000000" pitchFamily="50" charset="-127"/>
              </a:rPr>
              <a:t>)</a:t>
            </a:r>
            <a:endParaRPr lang="ko-KR" altLang="en-US" sz="5040" b="1" dirty="0">
              <a:latin typeface="넥슨Lv2고딕 OTF Bold" panose="00000800000000000000" pitchFamily="50" charset="-127"/>
              <a:ea typeface="넥슨Lv2고딕 OTF Bold" panose="00000800000000000000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3FA09C6E-C98F-C3B2-C625-5CFB1948F3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3" t="58783" r="73475" b="28477"/>
          <a:stretch>
            <a:fillRect/>
          </a:stretch>
        </p:blipFill>
        <p:spPr>
          <a:xfrm>
            <a:off x="41718474" y="14913499"/>
            <a:ext cx="1721381" cy="176646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8A60506-6B10-3746-B20A-3E3B11C1202A}"/>
              </a:ext>
            </a:extLst>
          </p:cNvPr>
          <p:cNvSpPr txBox="1"/>
          <p:nvPr/>
        </p:nvSpPr>
        <p:spPr>
          <a:xfrm>
            <a:off x="28578434" y="16855272"/>
            <a:ext cx="5040612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SEB</a:t>
            </a:r>
            <a:r>
              <a:rPr lang="ko-KR" altLang="en-US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 접속 후</a:t>
            </a:r>
            <a:endParaRPr lang="en-US" altLang="ko-KR" sz="5040" b="1" dirty="0">
              <a:latin typeface="넥슨Lv2고딕 OTF" panose="00000500000000000000" pitchFamily="50" charset="-127"/>
              <a:ea typeface="넥슨Lv2고딕 OTF" panose="00000500000000000000" pitchFamily="50" charset="-127"/>
            </a:endParaRPr>
          </a:p>
          <a:p>
            <a:pPr algn="ctr"/>
            <a:r>
              <a:rPr lang="ko-KR" altLang="en-US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감시</a:t>
            </a:r>
            <a:r>
              <a:rPr lang="en-US" altLang="ko-KR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·</a:t>
            </a:r>
            <a:r>
              <a:rPr lang="ko-KR" altLang="en-US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제어</a:t>
            </a:r>
            <a:r>
              <a:rPr lang="en-US" altLang="ko-KR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·</a:t>
            </a:r>
            <a:r>
              <a:rPr lang="ko-KR" altLang="en-US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공유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5CC7DCF8-AFA3-157B-E035-00B199CC87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0" t="73769" r="49564" b="23384"/>
          <a:stretch>
            <a:fillRect/>
          </a:stretch>
        </p:blipFill>
        <p:spPr>
          <a:xfrm>
            <a:off x="40259217" y="17685006"/>
            <a:ext cx="676911" cy="68032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7133633B-AA6D-E1FA-2969-D9EA4F30E0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79" t="77542" r="49855" b="19611"/>
          <a:stretch>
            <a:fillRect/>
          </a:stretch>
        </p:blipFill>
        <p:spPr>
          <a:xfrm>
            <a:off x="40240531" y="16789269"/>
            <a:ext cx="687498" cy="83275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D554727-D3BA-E559-5180-609ECDBD91EA}"/>
              </a:ext>
            </a:extLst>
          </p:cNvPr>
          <p:cNvSpPr txBox="1"/>
          <p:nvPr/>
        </p:nvSpPr>
        <p:spPr>
          <a:xfrm>
            <a:off x="40920857" y="16803976"/>
            <a:ext cx="5260290" cy="1694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19"/>
              </a:spcAft>
            </a:pPr>
            <a:r>
              <a:rPr lang="ko-KR" altLang="en-US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화재 → 대피</a:t>
            </a:r>
            <a:endParaRPr lang="en-US" altLang="ko-KR" sz="5040" b="1" dirty="0">
              <a:latin typeface="넥슨Lv2고딕 OTF" panose="00000500000000000000" pitchFamily="50" charset="-127"/>
              <a:ea typeface="넥슨Lv2고딕 OTF" panose="00000500000000000000" pitchFamily="50" charset="-127"/>
            </a:endParaRPr>
          </a:p>
          <a:p>
            <a:pPr>
              <a:spcAft>
                <a:spcPts val="419"/>
              </a:spcAft>
            </a:pPr>
            <a:r>
              <a:rPr lang="ko-KR" altLang="en-US" sz="5040" b="1" dirty="0">
                <a:latin typeface="넥슨Lv2고딕 OTF" panose="00000500000000000000" pitchFamily="50" charset="-127"/>
                <a:ea typeface="넥슨Lv2고딕 OTF" panose="00000500000000000000" pitchFamily="50" charset="-127"/>
              </a:rPr>
              <a:t>비화재보 → 안심 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B752831-F04C-B265-C889-9BABA5C1ADE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2" t="25117" r="14382" b="25779"/>
          <a:stretch>
            <a:fillRect/>
          </a:stretch>
        </p:blipFill>
        <p:spPr>
          <a:xfrm>
            <a:off x="21512120" y="593817"/>
            <a:ext cx="4011347" cy="1483543"/>
          </a:xfrm>
          <a:prstGeom prst="rect">
            <a:avLst/>
          </a:prstGeom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F4AA8B34-A117-6159-7F33-8D012CD6FD7D}"/>
              </a:ext>
            </a:extLst>
          </p:cNvPr>
          <p:cNvCxnSpPr>
            <a:cxnSpLocks/>
          </p:cNvCxnSpPr>
          <p:nvPr/>
        </p:nvCxnSpPr>
        <p:spPr>
          <a:xfrm>
            <a:off x="9963322" y="15319515"/>
            <a:ext cx="1332000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AD0768B-6DE4-E247-4041-8492508BD3A5}"/>
              </a:ext>
            </a:extLst>
          </p:cNvPr>
          <p:cNvGrpSpPr/>
          <p:nvPr/>
        </p:nvGrpSpPr>
        <p:grpSpPr>
          <a:xfrm>
            <a:off x="34888921" y="13122107"/>
            <a:ext cx="4962429" cy="5053711"/>
            <a:chOff x="38113461" y="15749400"/>
            <a:chExt cx="4962429" cy="5053711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EFB94C69-8E33-C1D2-AEF1-818AA0E31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896" t="10614" r="27143" b="52205"/>
            <a:stretch>
              <a:fillRect/>
            </a:stretch>
          </p:blipFill>
          <p:spPr>
            <a:xfrm>
              <a:off x="38113461" y="15749400"/>
              <a:ext cx="4962429" cy="5053711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482BE17E-5DE7-A013-E316-D9F0C3D4D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472168" y="17430067"/>
              <a:ext cx="3948606" cy="3368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4372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350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</TotalTime>
  <Words>86</Words>
  <Application>Microsoft Office PowerPoint</Application>
  <PresentationFormat>사용자 지정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넥슨Lv2고딕 OTF Light</vt:lpstr>
      <vt:lpstr>넥슨Lv2고딕 OTF Bold</vt:lpstr>
      <vt:lpstr>Calibri Light</vt:lpstr>
      <vt:lpstr>Arial</vt:lpstr>
      <vt:lpstr>넥슨Lv2고딕 OTF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기덕</dc:creator>
  <cp:lastModifiedBy>foryo</cp:lastModifiedBy>
  <cp:revision>18</cp:revision>
  <dcterms:created xsi:type="dcterms:W3CDTF">2026-05-16T04:09:47Z</dcterms:created>
  <dcterms:modified xsi:type="dcterms:W3CDTF">2026-05-16T12:07:34Z</dcterms:modified>
</cp:coreProperties>
</file>